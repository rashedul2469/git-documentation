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B6FFB-AB05-6EBC-8BFD-505C1F16AC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703CE0-67AD-1B22-ACF6-117D60D647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AD053-9E23-FC5C-FE5C-8704554B9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17C9D-C25B-4DD7-8E0F-A0CFC684C607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7E219-8850-A459-6524-799E5DB07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AD086-5E42-A589-27E6-B83C208F2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F0A4B-7E01-4E50-B25E-B9E9B0209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328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2F715-FBF9-4884-8845-47C64C201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F1137-924D-909B-C3B1-F2809F5EB4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F5B2F-C1C8-6102-678E-1C3AE2DEF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17C9D-C25B-4DD7-8E0F-A0CFC684C607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CEDC7-3166-263E-3DB8-DC519E411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02968-5ED5-002E-B25A-0386F94E9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F0A4B-7E01-4E50-B25E-B9E9B0209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100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7E215-4ECB-E4AC-7459-EA53B7A96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1B0AF7-D557-70CC-39D0-82531F0A7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1B75B-260C-9C76-1428-F1ADA61F3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17C9D-C25B-4DD7-8E0F-A0CFC684C607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5267A-5323-09C8-6CD5-2919A0DCC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436F2-60E7-7EA9-1024-2A40103E4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F0A4B-7E01-4E50-B25E-B9E9B0209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295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6CC19-8BFC-F1C1-2919-CA0B6C889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670C4-28E7-4FFB-3DCE-F98E3C21BC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7D3C33-4E04-E099-8F47-B4408E7071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5FB65-8ACB-01D9-47E6-CD9168575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17C9D-C25B-4DD7-8E0F-A0CFC684C607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48A4AB-8777-6274-BC51-E921DA196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65C477-699C-F4D0-C17F-AD5D72E3A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F0A4B-7E01-4E50-B25E-B9E9B0209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648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C1581-C417-4F78-75AE-045D2A432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7A319E-641E-0681-390A-A0F4231D0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3EFD83-9D08-1323-08A1-9002FA0D4A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A3B6E4-8153-D57C-1B5F-074E6467BC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D6D760-C04A-CE06-AF20-A598231144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ED4DE5-9072-756C-1D3A-066C14597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17C9D-C25B-4DD7-8E0F-A0CFC684C607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93533D-FAA0-81E7-097D-8930B4437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3EAB68-E856-1C17-B256-D9D7CF7FC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F0A4B-7E01-4E50-B25E-B9E9B0209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310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1CED8-F9DF-9313-1643-1E1CF70A3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6883FE-ABF7-C711-E3CC-962D2E4FF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17C9D-C25B-4DD7-8E0F-A0CFC684C607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654449-E364-5DD8-3CD1-166662BD4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16F460-13B2-374A-9C65-0BDB74CDB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F0A4B-7E01-4E50-B25E-B9E9B0209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554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BCAEEE-D060-3D25-674C-7EAA697FF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17C9D-C25B-4DD7-8E0F-A0CFC684C607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0BC14B-F7BE-E228-4BAC-704774E57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59367E-08E0-DEFA-1A3F-A7B6F534F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F0A4B-7E01-4E50-B25E-B9E9B0209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663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87440-10F3-77DF-0C9B-C6A8ECF4F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8D96B-4397-B781-DEF6-61FA18A77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8746B7-DB6D-7FF1-97AA-10BD163C29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C8F962-2291-AC27-A6B9-1534A7DB6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17C9D-C25B-4DD7-8E0F-A0CFC684C607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703F74-C62A-B8F7-0974-324B5B19E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123BB0-FC70-315A-4467-19C3EB823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F0A4B-7E01-4E50-B25E-B9E9B0209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28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2C029-A6F0-010F-6199-3F7110566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C8700C-CA9C-445C-1A34-5D17BD1BF2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76CA84-77FE-6A82-445C-D4852C5BAA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8A90EC-8605-751C-9682-1778F86F8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17C9D-C25B-4DD7-8E0F-A0CFC684C607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E884A7-563E-9BE9-8CC8-D3788F6E9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0025A1-1B0D-1202-161A-2680D4659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F0A4B-7E01-4E50-B25E-B9E9B0209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974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1D2BF-3E4E-DECE-F0A3-55B960838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7E9E1E-5ECB-8480-6B06-CA51BC7F4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59F84-C57B-EE0F-6FF5-22E94A92C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17C9D-C25B-4DD7-8E0F-A0CFC684C607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958610-8E8B-C5C8-5E31-E8BF2DA39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C20CE-DCC9-2098-88F0-7AC8377CF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F0A4B-7E01-4E50-B25E-B9E9B0209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922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A88B4D-1793-5246-3642-E44FFABA99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2DAA53-E6F5-E933-B7E3-8CDF795E3B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994A2-6AD5-6DB6-32EE-96DDE8645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17C9D-C25B-4DD7-8E0F-A0CFC684C607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F6727-590F-9982-7ABF-1CA8F60F5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3E32D-6D1D-B6B4-6674-50969D92D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F0A4B-7E01-4E50-B25E-B9E9B0209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218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A6755D-A094-C4C7-CC59-D334812C0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A92FE2-B313-41A0-5487-E5F9C5488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D3761-CC23-D389-95BF-19AF5F58F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E17C9D-C25B-4DD7-8E0F-A0CFC684C607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2D1AE0-809A-3912-8672-A6D9947159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B1A3D-5D43-AA41-BA53-558D24E77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4F0A4B-7E01-4E50-B25E-B9E9B0209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540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D2074C-C572-1037-6A22-B1E447253E8F}"/>
              </a:ext>
            </a:extLst>
          </p:cNvPr>
          <p:cNvSpPr/>
          <p:nvPr/>
        </p:nvSpPr>
        <p:spPr>
          <a:xfrm>
            <a:off x="250166" y="353683"/>
            <a:ext cx="8358996" cy="615063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9A6022-F683-0A00-E9D7-37282F171256}"/>
              </a:ext>
            </a:extLst>
          </p:cNvPr>
          <p:cNvSpPr/>
          <p:nvPr/>
        </p:nvSpPr>
        <p:spPr>
          <a:xfrm>
            <a:off x="8704053" y="353683"/>
            <a:ext cx="3321170" cy="61506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F6A569-9D1E-AE3A-1AC7-57FE9AC3DED9}"/>
              </a:ext>
            </a:extLst>
          </p:cNvPr>
          <p:cNvSpPr/>
          <p:nvPr/>
        </p:nvSpPr>
        <p:spPr>
          <a:xfrm>
            <a:off x="750498" y="526211"/>
            <a:ext cx="7496355" cy="37093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i="1" u="sng" dirty="0"/>
              <a:t>Local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E5BBFC-493F-189D-3C7B-F3F95B45D07E}"/>
              </a:ext>
            </a:extLst>
          </p:cNvPr>
          <p:cNvSpPr/>
          <p:nvPr/>
        </p:nvSpPr>
        <p:spPr>
          <a:xfrm>
            <a:off x="8993037" y="526211"/>
            <a:ext cx="2743200" cy="37093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i="1" u="sng" dirty="0"/>
              <a:t>Remote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67C330E-7652-73FD-396A-70CC66CCFC1B}"/>
              </a:ext>
            </a:extLst>
          </p:cNvPr>
          <p:cNvSpPr/>
          <p:nvPr/>
        </p:nvSpPr>
        <p:spPr>
          <a:xfrm>
            <a:off x="750498" y="1000664"/>
            <a:ext cx="7496355" cy="51844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7F84FF0-8FF3-6DD6-E6C4-8639E7A1AD6B}"/>
              </a:ext>
            </a:extLst>
          </p:cNvPr>
          <p:cNvSpPr/>
          <p:nvPr/>
        </p:nvSpPr>
        <p:spPr>
          <a:xfrm>
            <a:off x="914400" y="3278038"/>
            <a:ext cx="1388853" cy="75049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Working DIRECTORY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67E3F76-CDC3-3C07-6675-E84EDF25F3A7}"/>
              </a:ext>
            </a:extLst>
          </p:cNvPr>
          <p:cNvSpPr/>
          <p:nvPr/>
        </p:nvSpPr>
        <p:spPr>
          <a:xfrm>
            <a:off x="3735237" y="3278038"/>
            <a:ext cx="1388853" cy="750498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  <a:p>
            <a:pPr algn="ctr"/>
            <a:r>
              <a:rPr lang="en-US" sz="1400" b="1" dirty="0"/>
              <a:t>Staging Directory</a:t>
            </a:r>
          </a:p>
          <a:p>
            <a:pPr algn="ctr"/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C649DF0-F988-6F79-325C-846FEFC8FF93}"/>
              </a:ext>
            </a:extLst>
          </p:cNvPr>
          <p:cNvSpPr/>
          <p:nvPr/>
        </p:nvSpPr>
        <p:spPr>
          <a:xfrm>
            <a:off x="6599206" y="3278038"/>
            <a:ext cx="1388853" cy="750498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Local Repository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FC92E43-1C81-5862-15EA-4827A2F16C19}"/>
              </a:ext>
            </a:extLst>
          </p:cNvPr>
          <p:cNvSpPr/>
          <p:nvPr/>
        </p:nvSpPr>
        <p:spPr>
          <a:xfrm>
            <a:off x="9670210" y="3273725"/>
            <a:ext cx="1388853" cy="750498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Remote Repository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8A4E51F-896E-4E9D-DF20-993F4DDA44F7}"/>
              </a:ext>
            </a:extLst>
          </p:cNvPr>
          <p:cNvCxnSpPr/>
          <p:nvPr/>
        </p:nvCxnSpPr>
        <p:spPr>
          <a:xfrm>
            <a:off x="2303253" y="3413184"/>
            <a:ext cx="14319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7E5D5E0-BB27-FC93-3D9B-4A3586E9750F}"/>
              </a:ext>
            </a:extLst>
          </p:cNvPr>
          <p:cNvCxnSpPr>
            <a:cxnSpLocks/>
          </p:cNvCxnSpPr>
          <p:nvPr/>
        </p:nvCxnSpPr>
        <p:spPr>
          <a:xfrm flipH="1">
            <a:off x="2303253" y="3840193"/>
            <a:ext cx="14319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729E61B-0233-3BA3-BB9B-67064B50E347}"/>
              </a:ext>
            </a:extLst>
          </p:cNvPr>
          <p:cNvCxnSpPr>
            <a:cxnSpLocks/>
          </p:cNvCxnSpPr>
          <p:nvPr/>
        </p:nvCxnSpPr>
        <p:spPr>
          <a:xfrm flipH="1">
            <a:off x="5124090" y="3840193"/>
            <a:ext cx="14751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14ED581-7569-9FFB-38E5-2FF96EB4550D}"/>
              </a:ext>
            </a:extLst>
          </p:cNvPr>
          <p:cNvCxnSpPr>
            <a:cxnSpLocks/>
          </p:cNvCxnSpPr>
          <p:nvPr/>
        </p:nvCxnSpPr>
        <p:spPr>
          <a:xfrm>
            <a:off x="5124090" y="3429000"/>
            <a:ext cx="1475116" cy="5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170C35F-2D55-1A2A-7BC4-6DED1E98DB9A}"/>
              </a:ext>
            </a:extLst>
          </p:cNvPr>
          <p:cNvCxnSpPr>
            <a:cxnSpLocks/>
          </p:cNvCxnSpPr>
          <p:nvPr/>
        </p:nvCxnSpPr>
        <p:spPr>
          <a:xfrm>
            <a:off x="7988061" y="3413184"/>
            <a:ext cx="1690776" cy="28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FBAFDE2-D762-2352-1096-143DCE32F69A}"/>
              </a:ext>
            </a:extLst>
          </p:cNvPr>
          <p:cNvCxnSpPr>
            <a:stCxn id="16" idx="0"/>
          </p:cNvCxnSpPr>
          <p:nvPr/>
        </p:nvCxnSpPr>
        <p:spPr>
          <a:xfrm flipH="1" flipV="1">
            <a:off x="7293632" y="2441275"/>
            <a:ext cx="1" cy="8367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B612E86-BCE7-5386-9F02-7E598189FB76}"/>
              </a:ext>
            </a:extLst>
          </p:cNvPr>
          <p:cNvCxnSpPr/>
          <p:nvPr/>
        </p:nvCxnSpPr>
        <p:spPr>
          <a:xfrm flipH="1">
            <a:off x="1742536" y="2441275"/>
            <a:ext cx="55510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3408731-F0A6-E967-BD0A-F162748EC6AD}"/>
              </a:ext>
            </a:extLst>
          </p:cNvPr>
          <p:cNvCxnSpPr/>
          <p:nvPr/>
        </p:nvCxnSpPr>
        <p:spPr>
          <a:xfrm>
            <a:off x="1742536" y="2441275"/>
            <a:ext cx="0" cy="832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F9202E16-965D-F009-080E-738035336C21}"/>
              </a:ext>
            </a:extLst>
          </p:cNvPr>
          <p:cNvSpPr/>
          <p:nvPr/>
        </p:nvSpPr>
        <p:spPr>
          <a:xfrm>
            <a:off x="2527540" y="3007743"/>
            <a:ext cx="940277" cy="40544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git add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70A2A0-12A9-3467-A3E3-CC7921962A94}"/>
              </a:ext>
            </a:extLst>
          </p:cNvPr>
          <p:cNvSpPr/>
          <p:nvPr/>
        </p:nvSpPr>
        <p:spPr>
          <a:xfrm>
            <a:off x="2527540" y="3848820"/>
            <a:ext cx="940277" cy="4054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git rm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7F47FA-44BD-79A2-1DC2-63787BA0173F}"/>
              </a:ext>
            </a:extLst>
          </p:cNvPr>
          <p:cNvSpPr/>
          <p:nvPr/>
        </p:nvSpPr>
        <p:spPr>
          <a:xfrm>
            <a:off x="5348378" y="2953838"/>
            <a:ext cx="940276" cy="46653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git commit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95CC5A-BAFE-4A59-317A-F98590C02CE1}"/>
              </a:ext>
            </a:extLst>
          </p:cNvPr>
          <p:cNvSpPr/>
          <p:nvPr/>
        </p:nvSpPr>
        <p:spPr>
          <a:xfrm>
            <a:off x="5352692" y="3848819"/>
            <a:ext cx="987715" cy="57365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git reset soft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9E9329-EF92-ED23-8EE9-DF9CD763596C}"/>
              </a:ext>
            </a:extLst>
          </p:cNvPr>
          <p:cNvSpPr/>
          <p:nvPr/>
        </p:nvSpPr>
        <p:spPr>
          <a:xfrm>
            <a:off x="8190781" y="3000556"/>
            <a:ext cx="1250829" cy="4054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Git Push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1D55B2-7E0D-DE38-DC89-8FEDE8BACB32}"/>
              </a:ext>
            </a:extLst>
          </p:cNvPr>
          <p:cNvSpPr/>
          <p:nvPr/>
        </p:nvSpPr>
        <p:spPr>
          <a:xfrm>
            <a:off x="4028537" y="1940943"/>
            <a:ext cx="940276" cy="4960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git reset</a:t>
            </a:r>
          </a:p>
        </p:txBody>
      </p:sp>
    </p:spTree>
    <p:extLst>
      <p:ext uri="{BB962C8B-B14F-4D97-AF65-F5344CB8AC3E}">
        <p14:creationId xmlns:p14="http://schemas.microsoft.com/office/powerpoint/2010/main" val="2950157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E9BDA17-E7F5-FEC4-7C1C-E94570DA9A13}"/>
              </a:ext>
            </a:extLst>
          </p:cNvPr>
          <p:cNvSpPr/>
          <p:nvPr/>
        </p:nvSpPr>
        <p:spPr>
          <a:xfrm>
            <a:off x="1431985" y="1250830"/>
            <a:ext cx="2838090" cy="1285336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Other Remote Repository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F2AE68C-D0DD-E4B3-E7DD-3E070C13F786}"/>
              </a:ext>
            </a:extLst>
          </p:cNvPr>
          <p:cNvSpPr/>
          <p:nvPr/>
        </p:nvSpPr>
        <p:spPr>
          <a:xfrm>
            <a:off x="7622876" y="1250830"/>
            <a:ext cx="2838090" cy="128533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My Remote Repository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A24F1AC-AC16-9ABD-6742-66EA42BAD337}"/>
              </a:ext>
            </a:extLst>
          </p:cNvPr>
          <p:cNvSpPr/>
          <p:nvPr/>
        </p:nvSpPr>
        <p:spPr>
          <a:xfrm>
            <a:off x="4597879" y="4301705"/>
            <a:ext cx="2838090" cy="128533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Local Repository</a:t>
            </a:r>
            <a:endParaRPr lang="en-US" b="1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F5644A3-1761-DDD1-BE11-0B2441069771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4270075" y="1893498"/>
            <a:ext cx="33528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A1F78B0-3AE3-B31C-8FA8-97A725D927F0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9041921" y="2536166"/>
            <a:ext cx="0" cy="24082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1A803B0-3911-4A54-BA5B-FFB4AFD30722}"/>
              </a:ext>
            </a:extLst>
          </p:cNvPr>
          <p:cNvCxnSpPr>
            <a:cxnSpLocks/>
          </p:cNvCxnSpPr>
          <p:nvPr/>
        </p:nvCxnSpPr>
        <p:spPr>
          <a:xfrm flipH="1" flipV="1">
            <a:off x="7425905" y="4944372"/>
            <a:ext cx="161601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ED850B4-A9BB-C6D7-33C7-A188537A0B75}"/>
              </a:ext>
            </a:extLst>
          </p:cNvPr>
          <p:cNvSpPr/>
          <p:nvPr/>
        </p:nvSpPr>
        <p:spPr>
          <a:xfrm>
            <a:off x="5165784" y="1190445"/>
            <a:ext cx="1561381" cy="64264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git fork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A9AA12-CACF-D018-932B-5849BA5BC45E}"/>
              </a:ext>
            </a:extLst>
          </p:cNvPr>
          <p:cNvSpPr/>
          <p:nvPr/>
        </p:nvSpPr>
        <p:spPr>
          <a:xfrm>
            <a:off x="9086493" y="3429000"/>
            <a:ext cx="1561381" cy="64264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git clone</a:t>
            </a:r>
          </a:p>
        </p:txBody>
      </p:sp>
    </p:spTree>
    <p:extLst>
      <p:ext uri="{BB962C8B-B14F-4D97-AF65-F5344CB8AC3E}">
        <p14:creationId xmlns:p14="http://schemas.microsoft.com/office/powerpoint/2010/main" val="949598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35</Words>
  <Application>Microsoft Office PowerPoint</Application>
  <PresentationFormat>Widescreen</PresentationFormat>
  <Paragraphs>18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Rashedul Hasan</dc:creator>
  <cp:lastModifiedBy>Rashedul Hasan</cp:lastModifiedBy>
  <cp:revision>7</cp:revision>
  <dcterms:created xsi:type="dcterms:W3CDTF">2025-11-20T20:17:02Z</dcterms:created>
  <dcterms:modified xsi:type="dcterms:W3CDTF">2026-06-14T10:23:27Z</dcterms:modified>
</cp:coreProperties>
</file>